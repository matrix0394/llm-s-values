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74" r:id="rId2"/>
    <p:sldId id="309" r:id="rId3"/>
    <p:sldId id="366" r:id="rId4"/>
    <p:sldId id="367" r:id="rId5"/>
    <p:sldId id="368" r:id="rId6"/>
    <p:sldId id="371" r:id="rId7"/>
    <p:sldId id="369" r:id="rId8"/>
    <p:sldId id="370" r:id="rId9"/>
    <p:sldId id="375" r:id="rId10"/>
    <p:sldId id="372" r:id="rId11"/>
    <p:sldId id="373" r:id="rId12"/>
    <p:sldId id="374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438B1553-A9D5-434E-B7BD-9B1D80776944}">
          <p14:sldIdLst>
            <p14:sldId id="274"/>
          </p14:sldIdLst>
        </p14:section>
        <p14:section name="第一章" id="{B76B1770-8EAD-4D23-BE4E-07FFEDA571DB}">
          <p14:sldIdLst>
            <p14:sldId id="309"/>
          </p14:sldIdLst>
        </p14:section>
        <p14:section name="第二章" id="{EF75F8BA-C699-4D30-8D5C-650917406EA8}">
          <p14:sldIdLst>
            <p14:sldId id="366"/>
          </p14:sldIdLst>
        </p14:section>
        <p14:section name="第三章" id="{E538A779-6118-48B0-9D17-AC8AC3BB741A}">
          <p14:sldIdLst>
            <p14:sldId id="367"/>
            <p14:sldId id="368"/>
            <p14:sldId id="371"/>
            <p14:sldId id="369"/>
            <p14:sldId id="370"/>
            <p14:sldId id="375"/>
            <p14:sldId id="372"/>
            <p14:sldId id="373"/>
            <p14:sldId id="3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48" autoAdjust="0"/>
    <p:restoredTop sz="75396" autoAdjust="0"/>
  </p:normalViewPr>
  <p:slideViewPr>
    <p:cSldViewPr snapToGrid="0">
      <p:cViewPr varScale="1">
        <p:scale>
          <a:sx n="89" d="100"/>
          <a:sy n="89" d="100"/>
        </p:scale>
        <p:origin x="18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5AEC1A-52B4-C143-AB97-41E788316D83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C822DC-F422-5641-BDC6-2429802629B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25804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0B256-E460-976F-570E-C35BBC16D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D2032E-298F-1EF6-2E07-F66BB0A72E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EEC79D-CBC8-6535-888D-7B23E711B3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29FEEC-1939-CD37-7BE0-B877444BDF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805623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BB754-B67E-D3DE-7F68-EC597BEC3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15DCB2A-BE3E-8A4F-3709-B4BEE31B4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EB763F-B37F-2729-3DEA-BAEBCBDAEB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D0211F-0BBE-E71B-8049-A2EB33A1F6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12307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0E1FB-0B4E-D874-AA1C-182BE95B9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6A2341-DD08-D13B-1A58-F5D5E17B42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84F6A8-2B59-749D-1201-A07CF8F50C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9B1955-8091-B12F-6905-1A35E89DF6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94547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32FCC-BACF-328D-1A95-7689FCA33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6CE57A7-E3E6-D38D-8771-C7007824E6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684F1A9-AB3C-01B0-9457-6EE35E334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441EBC-FF3B-4DF1-469F-554E4FC36B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02188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05F21-D2E9-DCEF-2D97-8E9CB504D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5EC3E79-6FAE-4DA7-0B1F-4A0F19A478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490821-CFF5-B346-55BA-9DA0094F93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75B24C-4103-720D-121E-39730545FB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092082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CF0B6-0853-B25C-F6F1-8EEAEA088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F8AD23C-EC3A-AC08-9351-BB9A2BA133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A9EAEB8-7226-403C-38A4-67E4FCFB06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005F48-C4F5-7DA4-8FF8-2C3014AF6F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532042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BD525-0D5D-1D62-617E-1FBE26096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F0BC457-CBF0-43FE-DFBF-19BC15ECF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26BA734-6BB5-6D16-67F8-B7F82C4DD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136D31-23F4-1CC0-AF06-440A3F5AB3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57744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A363B-0CFB-6559-36AB-339EE0507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E248AEE-9463-6D50-1716-502D9C47C0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967C2B3-082F-11DC-A2BE-9211F3989E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743656-C76D-190D-05D9-1C88E859FF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246623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0F02B-BF7E-FEDB-305C-75CB5606E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C8E2E9-856A-3AFA-F45C-4AE99A8C6A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A58FE82-6BAD-6B16-47EE-0BA56D3DA0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0F07AC-6819-13EE-BFC8-4286399673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659099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11B09-985F-1F9B-C70C-67F2FD0B8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8737C5D-66A2-1EB1-7535-450317DE68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01183FB-87FF-4094-FE3A-25FE3F4112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0120C4-452F-E0EF-D4B5-1C517CE7A8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5813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6998-A1E5-4B06-8FFE-6F962455A775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9B64-810E-4134-90F5-DAAC0121C5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6998-A1E5-4B06-8FFE-6F962455A775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9B64-810E-4134-90F5-DAAC0121C5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56A76998-A1E5-4B06-8FFE-6F962455A775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932D9B64-810E-4134-90F5-DAAC0121C5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56A76998-A1E5-4B06-8FFE-6F962455A775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932D9B64-810E-4134-90F5-DAAC0121C5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56A76998-A1E5-4B06-8FFE-6F962455A775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932D9B64-810E-4134-90F5-DAAC0121C5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9E1E8-66D7-43EC-BF6A-A570390A3E10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1DEAF-6612-4C35-BE36-8D23C36CD1F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9E1E8-66D7-43EC-BF6A-A570390A3E10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1DEAF-6612-4C35-BE36-8D23C36CD1F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76998-A1E5-4B06-8FFE-6F962455A775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2D9B64-810E-4134-90F5-DAAC0121C5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4852970"/>
          </a:xfrm>
          <a:custGeom>
            <a:avLst/>
            <a:gdLst>
              <a:gd name="connsiteX0" fmla="*/ 0 w 12192000"/>
              <a:gd name="connsiteY0" fmla="*/ 0 h 4852970"/>
              <a:gd name="connsiteX1" fmla="*/ 12192000 w 12192000"/>
              <a:gd name="connsiteY1" fmla="*/ 0 h 4852970"/>
              <a:gd name="connsiteX2" fmla="*/ 12192000 w 12192000"/>
              <a:gd name="connsiteY2" fmla="*/ 3577730 h 4852970"/>
              <a:gd name="connsiteX3" fmla="*/ 12085722 w 12192000"/>
              <a:gd name="connsiteY3" fmla="*/ 3635995 h 4852970"/>
              <a:gd name="connsiteX4" fmla="*/ 6096000 w 12192000"/>
              <a:gd name="connsiteY4" fmla="*/ 4852970 h 4852970"/>
              <a:gd name="connsiteX5" fmla="*/ 106278 w 12192000"/>
              <a:gd name="connsiteY5" fmla="*/ 3635995 h 4852970"/>
              <a:gd name="connsiteX6" fmla="*/ 0 w 12192000"/>
              <a:gd name="connsiteY6" fmla="*/ 3577730 h 4852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852970">
                <a:moveTo>
                  <a:pt x="0" y="0"/>
                </a:moveTo>
                <a:lnTo>
                  <a:pt x="12192000" y="0"/>
                </a:lnTo>
                <a:lnTo>
                  <a:pt x="12192000" y="3577730"/>
                </a:lnTo>
                <a:lnTo>
                  <a:pt x="12085722" y="3635995"/>
                </a:lnTo>
                <a:cubicBezTo>
                  <a:pt x="10662013" y="4379233"/>
                  <a:pt x="8507419" y="4852970"/>
                  <a:pt x="6096000" y="4852970"/>
                </a:cubicBezTo>
                <a:cubicBezTo>
                  <a:pt x="3684581" y="4852970"/>
                  <a:pt x="1529987" y="4379233"/>
                  <a:pt x="106278" y="3635995"/>
                </a:cubicBezTo>
                <a:lnTo>
                  <a:pt x="0" y="357773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powerpoint template design by DAJU_PPT正版来源小红书大橘PPT微信DAJU_PPT请勿抄袭搬运！盗版必究！"/>
          <p:cNvSpPr/>
          <p:nvPr/>
        </p:nvSpPr>
        <p:spPr>
          <a:xfrm>
            <a:off x="0" y="1"/>
            <a:ext cx="12192000" cy="4672011"/>
          </a:xfrm>
          <a:custGeom>
            <a:avLst/>
            <a:gdLst>
              <a:gd name="connsiteX0" fmla="*/ 0 w 12192000"/>
              <a:gd name="connsiteY0" fmla="*/ 0 h 4672011"/>
              <a:gd name="connsiteX1" fmla="*/ 12192000 w 12192000"/>
              <a:gd name="connsiteY1" fmla="*/ 0 h 4672011"/>
              <a:gd name="connsiteX2" fmla="*/ 12192000 w 12192000"/>
              <a:gd name="connsiteY2" fmla="*/ 3396771 h 4672011"/>
              <a:gd name="connsiteX3" fmla="*/ 12085722 w 12192000"/>
              <a:gd name="connsiteY3" fmla="*/ 3455036 h 4672011"/>
              <a:gd name="connsiteX4" fmla="*/ 6096000 w 12192000"/>
              <a:gd name="connsiteY4" fmla="*/ 4672011 h 4672011"/>
              <a:gd name="connsiteX5" fmla="*/ 106278 w 12192000"/>
              <a:gd name="connsiteY5" fmla="*/ 3455036 h 4672011"/>
              <a:gd name="connsiteX6" fmla="*/ 0 w 12192000"/>
              <a:gd name="connsiteY6" fmla="*/ 3396771 h 4672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672011">
                <a:moveTo>
                  <a:pt x="0" y="0"/>
                </a:moveTo>
                <a:lnTo>
                  <a:pt x="12192000" y="0"/>
                </a:lnTo>
                <a:lnTo>
                  <a:pt x="12192000" y="3396771"/>
                </a:lnTo>
                <a:lnTo>
                  <a:pt x="12085722" y="3455036"/>
                </a:lnTo>
                <a:cubicBezTo>
                  <a:pt x="10662013" y="4198274"/>
                  <a:pt x="8507419" y="4672011"/>
                  <a:pt x="6096000" y="4672011"/>
                </a:cubicBezTo>
                <a:cubicBezTo>
                  <a:pt x="3684581" y="4672011"/>
                  <a:pt x="1529987" y="4198274"/>
                  <a:pt x="106278" y="3455036"/>
                </a:cubicBezTo>
                <a:lnTo>
                  <a:pt x="0" y="3396771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powerpoint template design by DAJU_PPT正版来源小红书大橘PPT微信DAJU_PPT请勿抄袭搬运！盗版必究！"/>
          <p:cNvSpPr/>
          <p:nvPr/>
        </p:nvSpPr>
        <p:spPr>
          <a:xfrm>
            <a:off x="3839790" y="2082048"/>
            <a:ext cx="4512454" cy="61555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 fontAlgn="base"/>
            <a:r>
              <a:rPr lang="en-US" altLang="zh-CN" sz="4000" b="1" i="0" spc="300" dirty="0">
                <a:solidFill>
                  <a:schemeClr val="bg1"/>
                </a:solidFill>
                <a:effectLst/>
                <a:latin typeface="+mj-ea"/>
                <a:ea typeface="+mj-ea"/>
              </a:rPr>
              <a:t>LLM</a:t>
            </a:r>
            <a:r>
              <a:rPr lang="zh-CN" altLang="en-US" sz="4000" b="1" i="0" spc="300" dirty="0">
                <a:solidFill>
                  <a:schemeClr val="bg1"/>
                </a:solidFill>
                <a:effectLst/>
                <a:latin typeface="+mj-ea"/>
                <a:ea typeface="+mj-ea"/>
              </a:rPr>
              <a:t>跨文化价值观</a:t>
            </a:r>
            <a:endParaRPr lang="en-US" altLang="zh-CN" sz="4000" b="1" i="0" spc="30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2" name="powerpoint template design by DAJU_PPT正版来源小红书大橘PPT微信DAJU_PPT请勿抄袭搬运！盗版必究！"/>
          <p:cNvSpPr/>
          <p:nvPr/>
        </p:nvSpPr>
        <p:spPr>
          <a:xfrm>
            <a:off x="5472962" y="621463"/>
            <a:ext cx="1246076" cy="1246076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101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 descr="手机屏幕的截图&#10;&#10;中度可信度描述已自动生成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7" t="7381" r="71848" b="8110"/>
          <a:stretch>
            <a:fillRect/>
          </a:stretch>
        </p:blipFill>
        <p:spPr>
          <a:xfrm>
            <a:off x="5551169" y="699672"/>
            <a:ext cx="1089660" cy="1089658"/>
          </a:xfrm>
          <a:prstGeom prst="rect">
            <a:avLst/>
          </a:prstGeom>
        </p:spPr>
      </p:pic>
      <p:sp>
        <p:nvSpPr>
          <p:cNvPr id="9" name="powerpoint template design by DAJU_PPT正版来源小红书大橘PPT微信DAJU_PPT请勿抄袭搬运！盗版必究！"/>
          <p:cNvSpPr txBox="1"/>
          <p:nvPr/>
        </p:nvSpPr>
        <p:spPr>
          <a:xfrm>
            <a:off x="2128837" y="5420788"/>
            <a:ext cx="8239126" cy="2888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algn="dist" fontAlgn="base">
              <a:defRPr sz="1600" b="0" i="0">
                <a:solidFill>
                  <a:schemeClr val="accent5">
                    <a:lumMod val="50000"/>
                  </a:schemeClr>
                </a:solidFill>
                <a:effectLst/>
                <a:latin typeface="+mn-ea"/>
              </a:defRPr>
            </a:lvl1pPr>
          </a:lstStyle>
          <a:p>
            <a:pPr algn="ctr">
              <a:lnSpc>
                <a:spcPct val="130000"/>
              </a:lnSpc>
            </a:pPr>
            <a:r>
              <a:rPr lang="zh-CN" altLang="en-US" spc="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日期：</a:t>
            </a:r>
            <a:r>
              <a:rPr lang="en-US" altLang="zh-CN" spc="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10.20</a:t>
            </a:r>
            <a:endParaRPr lang="zh-CN" altLang="en-US" spc="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/>
                <a:ea typeface="微软雅黑"/>
              </a:defRPr>
            </a:lvl1pPr>
          </a:lstStyle>
          <a:p>
            <a:r>
              <a:rPr lang="zh-CN" altLang="en-US" dirty="0"/>
              <a:t>前期研究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C46ECEC4-49FA-7B63-8DDC-C342E88E0F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070" y="930266"/>
            <a:ext cx="7694459" cy="124438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65B3991-C167-4A55-06E1-E97A70877F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49" y="2301461"/>
            <a:ext cx="5878439" cy="400402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595E094-5251-EBDA-BBE2-56924FC61C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3934" y="2280592"/>
            <a:ext cx="5600203" cy="29010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CE935-8F04-7AE2-A619-E52E40BC5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391C3300-88AB-8D30-3F43-A638D653A979}"/>
              </a:ext>
            </a:extLst>
          </p:cNvPr>
          <p:cNvSpPr txBox="1"/>
          <p:nvPr/>
        </p:nvSpPr>
        <p:spPr>
          <a:xfrm>
            <a:off x="657372" y="280711"/>
            <a:ext cx="525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/>
                <a:ea typeface="微软雅黑"/>
              </a:defRPr>
            </a:lvl1pPr>
          </a:lstStyle>
          <a:p>
            <a:r>
              <a:rPr lang="zh-CN" altLang="en-US" dirty="0"/>
              <a:t>前期研究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6FC03EA-07AF-CD00-FA8F-41ABE307DEB2}"/>
              </a:ext>
            </a:extLst>
          </p:cNvPr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D8D1A121-0C72-E31B-45CA-CD1259E7F946}"/>
              </a:ext>
            </a:extLst>
          </p:cNvPr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EEE7E14E-0E80-1B82-FA06-58D1F687048C}"/>
                </a:ext>
              </a:extLst>
            </p:cNvPr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D477A05B-C6BE-CBA7-3BEE-06B8E898A03A}"/>
                </a:ext>
              </a:extLst>
            </p:cNvPr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FAC0ED65-57BA-780D-42C6-D197F1D210CB}"/>
                </a:ext>
              </a:extLst>
            </p:cNvPr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>
            <a:extLst>
              <a:ext uri="{FF2B5EF4-FFF2-40B4-BE49-F238E27FC236}">
                <a16:creationId xmlns:a16="http://schemas.microsoft.com/office/drawing/2014/main" id="{7F279D39-F430-85E6-315C-4B92BFBD2A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ACDE8FE-8404-BA12-BFC5-48D436C728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069" y="768969"/>
            <a:ext cx="7070679" cy="167084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D0B5261-8821-C234-F190-BCCC6773AE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49" y="2668031"/>
            <a:ext cx="6347515" cy="32497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CEA9B0A-0B10-D8F5-D111-55C1E7F9BA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2506" y="1260802"/>
            <a:ext cx="3719394" cy="4336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356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4FC08-69CE-C870-1D0F-485A33EBD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7CD372C0-65D6-0949-E91B-4DFB309823EF}"/>
              </a:ext>
            </a:extLst>
          </p:cNvPr>
          <p:cNvSpPr txBox="1"/>
          <p:nvPr/>
        </p:nvSpPr>
        <p:spPr>
          <a:xfrm>
            <a:off x="657372" y="280711"/>
            <a:ext cx="525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/>
                <a:ea typeface="微软雅黑"/>
              </a:defRPr>
            </a:lvl1pPr>
          </a:lstStyle>
          <a:p>
            <a:r>
              <a:rPr lang="zh-CN" altLang="en-US" dirty="0"/>
              <a:t>多语言对比实验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F329F261-5071-44FA-B7E4-3C0A1AA89DF1}"/>
              </a:ext>
            </a:extLst>
          </p:cNvPr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3CE323A-9FD8-D693-7394-4A56B5B757ED}"/>
              </a:ext>
            </a:extLst>
          </p:cNvPr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1A1E38AF-C6AB-F58E-5041-46CFB76D48BE}"/>
                </a:ext>
              </a:extLst>
            </p:cNvPr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3268FFD0-C19C-D6DD-CE8B-C2A8BDF024C4}"/>
                </a:ext>
              </a:extLst>
            </p:cNvPr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C1B262F4-53B2-E075-45C2-C116F8DF48E7}"/>
                </a:ext>
              </a:extLst>
            </p:cNvPr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>
            <a:extLst>
              <a:ext uri="{FF2B5EF4-FFF2-40B4-BE49-F238E27FC236}">
                <a16:creationId xmlns:a16="http://schemas.microsoft.com/office/drawing/2014/main" id="{303BF097-E5DA-2D72-E72B-215FC9299C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7168C81-8590-10A2-5CF7-8769F613C9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506" y="963960"/>
            <a:ext cx="5904471" cy="134959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BBA78EA-E7FD-AAC4-8A85-858C94495D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466" y="2410014"/>
            <a:ext cx="6223000" cy="395506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304656E-88FB-210E-0F8C-C150517904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8366" y="998714"/>
            <a:ext cx="5023437" cy="523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959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13369-E25A-2A69-BFB6-EA67A9ED4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F1DD4A88-355A-1318-5A23-ADC87450EA54}"/>
              </a:ext>
            </a:extLst>
          </p:cNvPr>
          <p:cNvSpPr txBox="1"/>
          <p:nvPr/>
        </p:nvSpPr>
        <p:spPr>
          <a:xfrm>
            <a:off x="657372" y="280711"/>
            <a:ext cx="525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/>
                <a:ea typeface="微软雅黑"/>
              </a:defRPr>
            </a:lvl1pPr>
          </a:lstStyle>
          <a:p>
            <a:r>
              <a:rPr lang="zh-CN" altLang="en-US" dirty="0"/>
              <a:t>多语言对比实验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0CEFB2AB-0440-8697-F40F-D97CDFEA07EF}"/>
              </a:ext>
            </a:extLst>
          </p:cNvPr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178C4E3A-217B-91F4-08F0-3F9C7FD3B46B}"/>
              </a:ext>
            </a:extLst>
          </p:cNvPr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A489FD3E-0747-4DFD-2CD1-967249845BC7}"/>
                </a:ext>
              </a:extLst>
            </p:cNvPr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B366E482-2B53-0577-0A1E-73BF0E4788AF}"/>
                </a:ext>
              </a:extLst>
            </p:cNvPr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FE66ED93-5822-DBAA-4DD0-3E55A594C7A1}"/>
                </a:ext>
              </a:extLst>
            </p:cNvPr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>
            <a:extLst>
              <a:ext uri="{FF2B5EF4-FFF2-40B4-BE49-F238E27FC236}">
                <a16:creationId xmlns:a16="http://schemas.microsoft.com/office/drawing/2014/main" id="{3091AF7C-1AB3-D60C-610B-92CBFF51CF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AAF02193-C3E3-652B-B527-DAA59CEF0C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576" y="791731"/>
            <a:ext cx="9525848" cy="203124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3966DDF-DC17-FB0E-8D02-B28FDA0910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5300" y="2822978"/>
            <a:ext cx="7772400" cy="180237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E4CDAA9-DF14-1CC2-EDE6-C550AC6C5A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0457" y="4854222"/>
            <a:ext cx="9573967" cy="1419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441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EC8DF-E2F9-4263-8C5B-7786F2DCC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603FDF42-3179-4892-B1A0-6A7BE970D6B0}"/>
              </a:ext>
            </a:extLst>
          </p:cNvPr>
          <p:cNvSpPr txBox="1"/>
          <p:nvPr/>
        </p:nvSpPr>
        <p:spPr>
          <a:xfrm>
            <a:off x="657372" y="280711"/>
            <a:ext cx="525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/>
                <a:ea typeface="微软雅黑"/>
              </a:defRPr>
            </a:lvl1pPr>
          </a:lstStyle>
          <a:p>
            <a:r>
              <a:rPr lang="zh-CN" altLang="en-US" dirty="0"/>
              <a:t>多语言对比实验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574C58E-6ECE-C3DE-5F4B-B8F0D3800468}"/>
              </a:ext>
            </a:extLst>
          </p:cNvPr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F62CE1AC-9BDF-E0E1-85A4-DD768783F511}"/>
              </a:ext>
            </a:extLst>
          </p:cNvPr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68FAA694-E4AC-616F-236A-654A39E2B415}"/>
                </a:ext>
              </a:extLst>
            </p:cNvPr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1D8D00E7-4CBB-DDC2-769E-730ADFF267F8}"/>
                </a:ext>
              </a:extLst>
            </p:cNvPr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95592DCC-A78E-8842-E829-422B70CDD991}"/>
                </a:ext>
              </a:extLst>
            </p:cNvPr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>
            <a:extLst>
              <a:ext uri="{FF2B5EF4-FFF2-40B4-BE49-F238E27FC236}">
                <a16:creationId xmlns:a16="http://schemas.microsoft.com/office/drawing/2014/main" id="{1895EA24-4ADE-8D77-1C1F-B6281E491B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8006D14-B92B-3B99-E744-445B26564D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506" y="894334"/>
            <a:ext cx="6800592" cy="117979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A2A6ECA-4F34-533A-E1CD-F45A0DEF4F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49" y="2197959"/>
            <a:ext cx="3494404" cy="23613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2C253DE-073B-D340-FED9-B22CE6A087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372" y="4683133"/>
            <a:ext cx="4997421" cy="117979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E3FF605-1DE1-41FA-7C19-9477CD35C9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4793" y="2174867"/>
            <a:ext cx="5240754" cy="421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493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4A5B0-0FA5-E1A0-8EF7-B2435D599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000542F4-0E18-8922-655F-13F640C759C3}"/>
              </a:ext>
            </a:extLst>
          </p:cNvPr>
          <p:cNvSpPr txBox="1"/>
          <p:nvPr/>
        </p:nvSpPr>
        <p:spPr>
          <a:xfrm>
            <a:off x="657372" y="280711"/>
            <a:ext cx="525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/>
                <a:ea typeface="微软雅黑"/>
              </a:defRPr>
            </a:lvl1pPr>
          </a:lstStyle>
          <a:p>
            <a:r>
              <a:rPr lang="zh-CN" altLang="en-US" dirty="0"/>
              <a:t>多语言对比实验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BA2B459-D961-3254-424E-A93DDE82B033}"/>
              </a:ext>
            </a:extLst>
          </p:cNvPr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B469A97-1F1C-9079-D46A-E36CA1B4F2D3}"/>
              </a:ext>
            </a:extLst>
          </p:cNvPr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9919D4FE-6FD0-6DA2-A436-25CD1F24F17A}"/>
                </a:ext>
              </a:extLst>
            </p:cNvPr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72ECE86D-DB20-0033-D097-6B3C075F7CBF}"/>
                </a:ext>
              </a:extLst>
            </p:cNvPr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54125AC4-8367-DD18-1E8C-0AC4F742648F}"/>
                </a:ext>
              </a:extLst>
            </p:cNvPr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>
            <a:extLst>
              <a:ext uri="{FF2B5EF4-FFF2-40B4-BE49-F238E27FC236}">
                <a16:creationId xmlns:a16="http://schemas.microsoft.com/office/drawing/2014/main" id="{7FD8D84B-BFA1-B8DB-5947-BC1081385C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DA4038E-69D7-73B9-BA70-C5F89B2756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070" y="860180"/>
            <a:ext cx="3193794" cy="55224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30A2EB7-EECD-5174-66FA-72DCC8FA76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1412421"/>
            <a:ext cx="8318500" cy="83489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6B91169-7BCA-42C7-60E4-85B2872252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372" y="2247318"/>
            <a:ext cx="5880100" cy="3774238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ACF03F22-71BC-94A4-7400-A5203E6E62B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13309"/>
          <a:stretch>
            <a:fillRect/>
          </a:stretch>
        </p:blipFill>
        <p:spPr>
          <a:xfrm>
            <a:off x="6432012" y="3239087"/>
            <a:ext cx="574710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659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81CAB-DD01-D7F7-62F0-B71256481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7162D54E-EE4C-9951-137F-82AEE7499E01}"/>
              </a:ext>
            </a:extLst>
          </p:cNvPr>
          <p:cNvSpPr txBox="1"/>
          <p:nvPr/>
        </p:nvSpPr>
        <p:spPr>
          <a:xfrm>
            <a:off x="657372" y="280711"/>
            <a:ext cx="525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/>
                <a:ea typeface="微软雅黑"/>
              </a:defRPr>
            </a:lvl1pPr>
          </a:lstStyle>
          <a:p>
            <a:r>
              <a:rPr lang="zh-CN" altLang="en-US" dirty="0"/>
              <a:t>多语言对比实验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18A4BFFC-CB43-AF8C-4233-C616879CA030}"/>
              </a:ext>
            </a:extLst>
          </p:cNvPr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D9206AC0-030B-4D9A-BB7C-D65F3B31AFF3}"/>
              </a:ext>
            </a:extLst>
          </p:cNvPr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C31E55D6-6993-958B-8F69-7288314F4BA0}"/>
                </a:ext>
              </a:extLst>
            </p:cNvPr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EE480458-D5C6-E68E-E033-09192D5D76D9}"/>
                </a:ext>
              </a:extLst>
            </p:cNvPr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F228827B-E524-1822-E132-DE5C25FE96B7}"/>
                </a:ext>
              </a:extLst>
            </p:cNvPr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>
            <a:extLst>
              <a:ext uri="{FF2B5EF4-FFF2-40B4-BE49-F238E27FC236}">
                <a16:creationId xmlns:a16="http://schemas.microsoft.com/office/drawing/2014/main" id="{16E77626-8045-2B06-4FB1-A43B1E47B4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ED106DC1-2C8E-4B0B-109C-DCB66980E8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372" y="770500"/>
            <a:ext cx="2403328" cy="44713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C7711B3-3C9D-38BA-A730-8A5F608C02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499" y="1370374"/>
            <a:ext cx="7772400" cy="434031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8005E50-7AB9-322C-253E-B3B46ACA81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1899" y="1522774"/>
            <a:ext cx="7772400" cy="434031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A67605D-1AE3-DA50-961D-F75416BBA4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070" y="1616482"/>
            <a:ext cx="2783327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874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54233-8638-3E2B-9C71-71857085E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A4CC23AE-03D4-914E-8CE4-24376468A57D}"/>
              </a:ext>
            </a:extLst>
          </p:cNvPr>
          <p:cNvSpPr txBox="1"/>
          <p:nvPr/>
        </p:nvSpPr>
        <p:spPr>
          <a:xfrm>
            <a:off x="657372" y="280711"/>
            <a:ext cx="525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/>
                <a:ea typeface="微软雅黑"/>
              </a:defRPr>
            </a:lvl1pPr>
          </a:lstStyle>
          <a:p>
            <a:r>
              <a:rPr lang="zh-CN" altLang="en-US" dirty="0"/>
              <a:t>多语言对比实验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7CBF980-54B9-EB6D-42A9-E76F9E906A56}"/>
              </a:ext>
            </a:extLst>
          </p:cNvPr>
          <p:cNvCxnSpPr/>
          <p:nvPr/>
        </p:nvCxnSpPr>
        <p:spPr>
          <a:xfrm>
            <a:off x="6095999" y="5653217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19C7B06-054D-EC13-53EE-B0550E6BA706}"/>
              </a:ext>
            </a:extLst>
          </p:cNvPr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800681B0-7E04-3718-AE8D-4E9112C322D0}"/>
                </a:ext>
              </a:extLst>
            </p:cNvPr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67DAA543-DDA9-C34A-B0F6-D0D083163AF4}"/>
                </a:ext>
              </a:extLst>
            </p:cNvPr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5BDDF174-7462-94F5-21EA-2151D7E9FA63}"/>
                </a:ext>
              </a:extLst>
            </p:cNvPr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>
            <a:extLst>
              <a:ext uri="{FF2B5EF4-FFF2-40B4-BE49-F238E27FC236}">
                <a16:creationId xmlns:a16="http://schemas.microsoft.com/office/drawing/2014/main" id="{682E0250-4A87-3713-306A-4E0896C914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F6C42B2-FA0F-BAD9-43C4-EA7A7CA8A7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634" y="873587"/>
            <a:ext cx="3484729" cy="47720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B72B43F-38C4-BDE9-6461-B77A1B3453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49" y="1453881"/>
            <a:ext cx="5140012" cy="242871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9C7FF21-58DD-E0A1-B0DE-ECB1DE906EE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662"/>
          <a:stretch>
            <a:fillRect/>
          </a:stretch>
        </p:blipFill>
        <p:spPr>
          <a:xfrm>
            <a:off x="454070" y="4363481"/>
            <a:ext cx="5641929" cy="137648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27B248C-91A1-B9AB-7D49-A9296B2E8A0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50000"/>
          <a:stretch>
            <a:fillRect/>
          </a:stretch>
        </p:blipFill>
        <p:spPr>
          <a:xfrm>
            <a:off x="6250294" y="1585710"/>
            <a:ext cx="5552628" cy="199512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B8A75F8-014B-CB75-C01A-786EA182504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50000"/>
          <a:stretch>
            <a:fillRect/>
          </a:stretch>
        </p:blipFill>
        <p:spPr>
          <a:xfrm>
            <a:off x="6250294" y="3882593"/>
            <a:ext cx="5552628" cy="199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804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8C2E3-0060-4112-4D00-16238B2E8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BFE0A349-2EE2-1AD8-5600-50DC3A309CBB}"/>
              </a:ext>
            </a:extLst>
          </p:cNvPr>
          <p:cNvSpPr txBox="1"/>
          <p:nvPr/>
        </p:nvSpPr>
        <p:spPr>
          <a:xfrm>
            <a:off x="657372" y="280711"/>
            <a:ext cx="525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/>
                <a:ea typeface="微软雅黑"/>
              </a:defRPr>
            </a:lvl1pPr>
          </a:lstStyle>
          <a:p>
            <a:r>
              <a:rPr lang="zh-CN" altLang="en-US" dirty="0"/>
              <a:t>多语言对比实验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E76D59D-6576-E8E8-148C-CF08E685819B}"/>
              </a:ext>
            </a:extLst>
          </p:cNvPr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EEF69DF-E750-B60E-0753-F7A658E894A2}"/>
              </a:ext>
            </a:extLst>
          </p:cNvPr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79B395F9-390B-9F64-3791-B71F32C423B7}"/>
                </a:ext>
              </a:extLst>
            </p:cNvPr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011E5B39-07BE-0670-6495-D4DCA4E4C8B4}"/>
                </a:ext>
              </a:extLst>
            </p:cNvPr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829102AE-CE66-E0B2-26A1-7D9EB13352D6}"/>
                </a:ext>
              </a:extLst>
            </p:cNvPr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>
            <a:extLst>
              <a:ext uri="{FF2B5EF4-FFF2-40B4-BE49-F238E27FC236}">
                <a16:creationId xmlns:a16="http://schemas.microsoft.com/office/drawing/2014/main" id="{B4F834D9-DFB2-D956-BED3-7768EB9701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B73E129-926A-01E7-E25E-88DC8CD08B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372" y="838949"/>
            <a:ext cx="2962128" cy="49848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261FF45-0200-C548-3039-73950E24DF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799" y="1220305"/>
            <a:ext cx="7772400" cy="421110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5B8DA5C-0787-C549-705A-77FE439337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801" y="5499109"/>
            <a:ext cx="11536396" cy="687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806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6D834-0DF2-EA08-147C-CB9DEB388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E86DAAC7-D3D0-BDA7-4135-C07AFA69FFD2}"/>
              </a:ext>
            </a:extLst>
          </p:cNvPr>
          <p:cNvSpPr txBox="1"/>
          <p:nvPr/>
        </p:nvSpPr>
        <p:spPr>
          <a:xfrm>
            <a:off x="657372" y="280711"/>
            <a:ext cx="525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/>
                <a:ea typeface="微软雅黑"/>
              </a:defRPr>
            </a:lvl1pPr>
          </a:lstStyle>
          <a:p>
            <a:r>
              <a:rPr lang="zh-CN" altLang="en-US" dirty="0"/>
              <a:t>多语言对比实验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906B04E-B7C2-16FB-80BF-0667B88F61EC}"/>
              </a:ext>
            </a:extLst>
          </p:cNvPr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2AB4E204-4E6F-18F1-DF97-36C831204FAA}"/>
              </a:ext>
            </a:extLst>
          </p:cNvPr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38933C04-C4EB-D8B2-83C5-81646D69BC83}"/>
                </a:ext>
              </a:extLst>
            </p:cNvPr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84D780E5-DA3C-212A-5DF6-A05F41AA504B}"/>
                </a:ext>
              </a:extLst>
            </p:cNvPr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90FE8F20-4919-0746-F258-92EA22BBC126}"/>
                </a:ext>
              </a:extLst>
            </p:cNvPr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>
            <a:extLst>
              <a:ext uri="{FF2B5EF4-FFF2-40B4-BE49-F238E27FC236}">
                <a16:creationId xmlns:a16="http://schemas.microsoft.com/office/drawing/2014/main" id="{221A1EA8-7CDE-568C-A80C-7A43D278D4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5DB54D8F-1FFA-BA65-106D-1D741594F2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32" y="770500"/>
            <a:ext cx="3105134" cy="58019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CC31C45-68BF-8C54-7D66-05F58C75D50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0057"/>
          <a:stretch>
            <a:fillRect/>
          </a:stretch>
        </p:blipFill>
        <p:spPr>
          <a:xfrm>
            <a:off x="657232" y="1279332"/>
            <a:ext cx="5621020" cy="387305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D33D70A-40C7-9353-3305-BC3E07D6EF9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0057"/>
          <a:stretch>
            <a:fillRect/>
          </a:stretch>
        </p:blipFill>
        <p:spPr>
          <a:xfrm>
            <a:off x="6210860" y="1279332"/>
            <a:ext cx="5621020" cy="387305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D0BB5C9-73FF-7471-8A3B-AD9DA55186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31" y="5152394"/>
            <a:ext cx="11174649" cy="1064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088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E10BE-B8CB-9035-5FA9-13AC5E78E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121EDD43-08FD-0CC3-17B7-0E47E3ED84D0}"/>
              </a:ext>
            </a:extLst>
          </p:cNvPr>
          <p:cNvSpPr txBox="1"/>
          <p:nvPr/>
        </p:nvSpPr>
        <p:spPr>
          <a:xfrm>
            <a:off x="657372" y="280711"/>
            <a:ext cx="525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/>
                <a:ea typeface="微软雅黑"/>
              </a:defRPr>
            </a:lvl1pPr>
          </a:lstStyle>
          <a:p>
            <a:r>
              <a:rPr lang="zh-CN" altLang="en-US" dirty="0"/>
              <a:t>多语言对比实验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7C07E48-CC08-4626-679C-46E6E9F0F6A8}"/>
              </a:ext>
            </a:extLst>
          </p:cNvPr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C6535BD-48D6-BE1A-F2A5-30668174A9E1}"/>
              </a:ext>
            </a:extLst>
          </p:cNvPr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9099F34F-D0BF-9D45-4EA8-BA34FDDB2EF0}"/>
                </a:ext>
              </a:extLst>
            </p:cNvPr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57175641-B386-0748-F848-253190CEFAA4}"/>
                </a:ext>
              </a:extLst>
            </p:cNvPr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BA62E0FB-DE29-C1B5-23CA-88FE1DF76F88}"/>
                </a:ext>
              </a:extLst>
            </p:cNvPr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>
            <a:extLst>
              <a:ext uri="{FF2B5EF4-FFF2-40B4-BE49-F238E27FC236}">
                <a16:creationId xmlns:a16="http://schemas.microsoft.com/office/drawing/2014/main" id="{23D8870C-0383-1CFC-8919-7E789E4C72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0065AF7-5E01-5F92-1958-F43D976E60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154" y="702052"/>
            <a:ext cx="3430299" cy="59794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2A0DA0D-65A8-744D-0910-4478CBC2537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9712"/>
          <a:stretch>
            <a:fillRect/>
          </a:stretch>
        </p:blipFill>
        <p:spPr>
          <a:xfrm>
            <a:off x="672355" y="1320825"/>
            <a:ext cx="5490881" cy="483512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ED3AD78-BD27-5F07-D9DC-75F4EF4666B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9712"/>
          <a:stretch>
            <a:fillRect/>
          </a:stretch>
        </p:blipFill>
        <p:spPr>
          <a:xfrm>
            <a:off x="6122891" y="1320825"/>
            <a:ext cx="5490881" cy="4835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23359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00大学——北京邮电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13A89"/>
      </a:accent1>
      <a:accent2>
        <a:srgbClr val="D0B296"/>
      </a:accent2>
      <a:accent3>
        <a:srgbClr val="013A89"/>
      </a:accent3>
      <a:accent4>
        <a:srgbClr val="D0B296"/>
      </a:accent4>
      <a:accent5>
        <a:srgbClr val="013A89"/>
      </a:accent5>
      <a:accent6>
        <a:srgbClr val="D0B296"/>
      </a:accent6>
      <a:hlink>
        <a:srgbClr val="DF213B"/>
      </a:hlink>
      <a:folHlink>
        <a:srgbClr val="954F72"/>
      </a:folHlink>
    </a:clrScheme>
    <a:fontScheme name="00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58</Words>
  <Application>Microsoft Macintosh PowerPoint</Application>
  <PresentationFormat>宽屏</PresentationFormat>
  <Paragraphs>24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等线</vt:lpstr>
      <vt:lpstr>微软雅黑</vt:lpstr>
      <vt:lpstr>Arial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xiaoliang@cdwmysppt.com</dc:creator>
  <cp:lastModifiedBy>Microsoft Office User</cp:lastModifiedBy>
  <cp:revision>65</cp:revision>
  <dcterms:created xsi:type="dcterms:W3CDTF">2023-05-25T03:01:39Z</dcterms:created>
  <dcterms:modified xsi:type="dcterms:W3CDTF">2025-10-20T03:21:22Z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93F260E1E22E05813AEF6D64FBD9E86E_43</vt:lpwstr>
  </property>
  <property fmtid="{D5CDD505-2E9C-101B-9397-08002B2CF9AE}" pid="3" name="KSOProductBuildVer">
    <vt:lpwstr>2052-5.4.1.7920</vt:lpwstr>
  </property>
</Properties>
</file>